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 i="1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The problem isn't one task — it's one pair of hands, one at a time.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9</a:t>
            </a: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822960" y="2487168"/>
            <a:ext cx="269748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 queue · 1…N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76148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Messages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2918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Documents &amp;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822191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Quotes &amp; renewals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35254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4754880" y="2788920"/>
            <a:ext cx="1737360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one at a time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20440" y="2990088"/>
            <a:ext cx="1280160" cy="66751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20440" y="3520440"/>
            <a:ext cx="128016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20440" y="3657600"/>
            <a:ext cx="1280160" cy="393191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520440" y="3657600"/>
            <a:ext cx="1280160" cy="923544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92240" y="3291840"/>
            <a:ext cx="1234439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818120" y="2999232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resolved — one after another</a:t>
            </a:r>
          </a:p>
          <a:p>
            <a:pPr algn="ctr"/>
            <a:r>
              <a:rPr sz="1000" b="0">
                <a:solidFill>
                  <a:srgbClr val="8A8A8A"/>
                </a:solidFill>
              </a:rPr>
              <a:t>task 1, then 2, then 3 …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035040" y="3657600"/>
            <a:ext cx="2377440" cy="777240"/>
          </a:xfrm>
          <a:prstGeom prst="curvedConnector3">
            <a:avLst/>
          </a:prstGeom>
          <a:ln w="15875">
            <a:prstDash val="dash"/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4160520"/>
            <a:ext cx="237744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then the next task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One pair of hands, one at a time — tasks 2…N wait their turn; the queue clears slowly.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9</a:t>
            </a:r>
            <a:endParaRPr lang="en-US" sz="850" dirty="0"/>
          </a:p>
        </p:txBody>
      </p:sp>
      <p:sp>
        <p:nvSpPr>
          <p:cNvPr id="29" name="TextBox 28"/>
          <p:cNvSpPr txBox="1"/>
          <p:nvPr/>
        </p:nvSpPr>
        <p:spPr>
          <a:xfrm>
            <a:off x="822960" y="2267712"/>
            <a:ext cx="219456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incoming · 1…N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5420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0449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54787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50791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26974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workflow</a:t>
            </a:r>
          </a:p>
          <a:p>
            <a:pPr algn="ctr"/>
            <a:r>
              <a:rPr sz="1100" b="0">
                <a:solidFill>
                  <a:srgbClr val="C8C8C8"/>
                </a:solidFill>
              </a:rPr>
              <a:t>does the work — in parallel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17520" y="2770632"/>
            <a:ext cx="868680" cy="5943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3273552"/>
            <a:ext cx="868680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17520" y="3364992"/>
            <a:ext cx="868680" cy="41148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17520" y="3364992"/>
            <a:ext cx="868680" cy="9144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3364992"/>
            <a:ext cx="64008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03720" y="2679192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14800"/>
            <a:ext cx="2286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</a:rPr>
              <a:t>control point · human-in-the-loop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5320" y="3364992"/>
            <a:ext cx="612648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42832" y="3044952"/>
            <a:ext cx="233172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all 1…N resolved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The AI does the hard work in parallel; you approve each — all resolved, your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WORKFLOWS WE SERVE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Customers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triage, replies,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follow-ups, renewals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05256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09928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Finance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709928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checks, filing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2152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461608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6280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Insight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66280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weekly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Our slice: teams aware of the problem but wary of autonomy — we meet them mid-journey and guide the decision. </a:t>
            </a:r>
            <a:endParaRPr lang="en-US" sz="1250" i="1" dirty="0">
              <a:solidFill>
                <a:srgbClr val="14141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22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00" b="1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Four ways to handle the repetition — each with a trade-off: </a:t>
            </a:r>
          </a:p>
          <a:p>
            <a:endParaRPr lang="en-US" sz="300" b="1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DIY tools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cheap, but you build and maintain it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Full-autonomy AI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fast, but a black box you can't oversee  ·  </a:t>
            </a: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Hire an ops person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headcount cost, still manual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Do nothing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the cost compounds.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8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685800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The fit for the cautious middle — AI's help, not its autonomy. A few clients at a time, on a fixed agreed scope.”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1390</Words>
  <Application>Microsoft Macintosh PowerPoint</Application>
  <PresentationFormat>Widescreen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7</cp:revision>
  <dcterms:created xsi:type="dcterms:W3CDTF">2026-08-21T17:52:27Z</dcterms:created>
  <dcterms:modified xsi:type="dcterms:W3CDTF">2026-08-22T13:57:00Z</dcterms:modified>
</cp:coreProperties>
</file>