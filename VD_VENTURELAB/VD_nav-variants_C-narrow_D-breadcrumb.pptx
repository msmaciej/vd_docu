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8869680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16736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5176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576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2852928"/>
            <a:ext cx="1508760" cy="484632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2926080" y="3337560"/>
            <a:ext cx="1508760" cy="18288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2926080" y="3337560"/>
            <a:ext cx="1508760" cy="521208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2926080" y="3337560"/>
            <a:ext cx="1508760" cy="1024128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526280" y="2743200"/>
            <a:ext cx="1188720" cy="11887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2743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06440" y="3337560"/>
            <a:ext cx="64008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46520" y="3008376"/>
            <a:ext cx="30175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30083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— one after another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55280" y="3666744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120640" y="4096512"/>
            <a:ext cx="283464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120640" y="3959352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4251960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937760"/>
            <a:ext cx="8732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 — the queue only clears as fast as you do.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259568" y="1581912"/>
            <a:ext cx="73152" cy="73152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0442448" y="14813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indent="0" marL="0">
              <a:buNone/>
            </a:pPr>
            <a:r>
              <a:rPr lang="en-US" sz="800" b="1" spc="4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10442448" y="19705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indent="0" marL="0">
              <a:buNone/>
            </a:pPr>
            <a:r>
              <a:rPr lang="en-US" sz="800" spc="4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10442448" y="24597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indent="0" marL="0">
              <a:buNone/>
            </a:pPr>
            <a:r>
              <a:rPr lang="en-US" sz="800" spc="4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10442448" y="29489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indent="0" marL="0">
              <a:buNone/>
            </a:pPr>
            <a:r>
              <a:rPr lang="en-US" sz="800" spc="4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700" dirty="0"/>
          </a:p>
        </p:txBody>
      </p:sp>
      <p:sp>
        <p:nvSpPr>
          <p:cNvPr id="37" name="Text 35"/>
          <p:cNvSpPr txBox="1"/>
          <p:nvPr/>
        </p:nvSpPr>
        <p:spPr>
          <a:xfrm>
            <a:off x="10442448" y="343814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</a:t>
            </a:r>
            <a:pPr indent="0" marL="0">
              <a:buNone/>
            </a:pPr>
            <a:r>
              <a:rPr lang="en-US" sz="800" spc="4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700" dirty="0"/>
          </a:p>
        </p:txBody>
      </p:sp>
      <p:sp>
        <p:nvSpPr>
          <p:cNvPr id="38" name="Text 36"/>
          <p:cNvSpPr txBox="1"/>
          <p:nvPr/>
        </p:nvSpPr>
        <p:spPr>
          <a:xfrm>
            <a:off x="10442448" y="39273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</a:t>
            </a:r>
            <a:pPr indent="0" marL="0">
              <a:buNone/>
            </a:pPr>
            <a:r>
              <a:rPr lang="en-US" sz="800" spc="4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10442448" y="441655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</a:t>
            </a:r>
            <a:pPr indent="0" marL="0">
              <a:buNone/>
            </a:pPr>
            <a:r>
              <a:rPr lang="en-US" sz="800" spc="4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10442448" y="49057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</a:t>
            </a:r>
            <a:pPr indent="0" marL="0">
              <a:buNone/>
            </a:pPr>
            <a:r>
              <a:rPr lang="en-US" sz="800" spc="4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0442448" y="53949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</a:t>
            </a:r>
            <a:pPr indent="0" marL="0">
              <a:buNone/>
            </a:pPr>
            <a:r>
              <a:rPr lang="en-US" sz="800" spc="4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592531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 — it's that they never stop.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274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743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90525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900" spc="100" kern="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37160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65376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queue · 1…N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5176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5468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5468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&amp;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657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57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 &amp; Renewals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2F2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2852928"/>
            <a:ext cx="1737360" cy="484632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V="1">
            <a:off x="3154680" y="3337560"/>
            <a:ext cx="1737360" cy="18288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 flipV="1">
            <a:off x="3154680" y="3337560"/>
            <a:ext cx="1737360" cy="521208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 flipV="1">
            <a:off x="3154680" y="3337560"/>
            <a:ext cx="1737360" cy="1024128"/>
          </a:xfrm>
          <a:prstGeom prst="line">
            <a:avLst/>
          </a:prstGeom>
          <a:noFill/>
          <a:ln w="12700">
            <a:solidFill>
              <a:srgbClr val="B4B4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983480" y="2743200"/>
            <a:ext cx="1188720" cy="11887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2743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3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one at a time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3337560"/>
            <a:ext cx="1371600" cy="0"/>
          </a:xfrm>
          <a:prstGeom prst="line">
            <a:avLst/>
          </a:prstGeom>
          <a:noFill/>
          <a:ln w="15875">
            <a:solidFill>
              <a:srgbClr val="8C8C8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635240" y="3008376"/>
            <a:ext cx="3246120" cy="658368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35240" y="300837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— one after another</a:t>
            </a:r>
            <a:endParaRPr lang="en-US" sz="11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1, then 2, then 3 …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58300" y="3666744"/>
            <a:ext cx="0" cy="429768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5577840" y="4096512"/>
            <a:ext cx="3680460" cy="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5577840" y="3959352"/>
            <a:ext cx="0" cy="137160"/>
          </a:xfrm>
          <a:prstGeom prst="line">
            <a:avLst/>
          </a:prstGeom>
          <a:noFill/>
          <a:ln w="12700">
            <a:solidFill>
              <a:srgbClr val="B4B4B4"/>
            </a:solidFill>
            <a:prstDash val="dash"/>
            <a:headEnd type="triangle"/>
            <a:tailEnd type="none"/>
          </a:ln>
        </p:spPr>
      </p:sp>
      <p:sp>
        <p:nvSpPr>
          <p:cNvPr id="30" name="Text 28"/>
          <p:cNvSpPr txBox="1"/>
          <p:nvPr/>
        </p:nvSpPr>
        <p:spPr>
          <a:xfrm>
            <a:off x="4709160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resolved, then the next task …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4937760"/>
            <a:ext cx="10680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pair of hands — the queue only clears as fast as you do.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25312"/>
            <a:ext cx="10817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pPr indent="0" marL="0">
              <a:buNone/>
            </a:pP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isn't any one task — it's that they never stop.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85800" y="6327648"/>
            <a:ext cx="1081735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63642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vortexdeep.ch  ·  info@vortexdeep.ch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131552" y="6364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2026-08-29T16:32:47Z</dcterms:created>
  <dcterms:modified xsi:type="dcterms:W3CDTF">2026-08-29T16:32:47Z</dcterms:modified>
</cp:coreProperties>
</file>