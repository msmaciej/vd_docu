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60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are our best next step.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is optional — only to go faster: earlier hire, quicker CH → EU.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Macintosh PowerPoint</Application>
  <PresentationFormat>Widescreen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2</cp:revision>
  <dcterms:created xsi:type="dcterms:W3CDTF">2026-08-29T15:59:22Z</dcterms:created>
  <dcterms:modified xsi:type="dcterms:W3CDTF">2026-08-29T16:06:26Z</dcterms:modified>
</cp:coreProperties>
</file>