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62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154680" y="3858768"/>
            <a:ext cx="1810512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3154680" y="4361688"/>
            <a:ext cx="1810512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2834640" y="3858768"/>
            <a:ext cx="64008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2834640" y="4361688"/>
            <a:ext cx="64008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 —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 — your call.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 —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 —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 — a person approves every step.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 —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—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fast, but a black box you can't oversee.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 —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lines: a one-time setup that funds the build, and a monthly managed service —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— INDICATIVE,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 — chosen for credibility, introductions and governance, not titles.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 — it's already running.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 — a build we can point to, not just a claim.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 live on vortexdeep.ch — the low-pressure front door that collects real data on who fits this kind of automation.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— time, errors, lost leads — against our fee. Payback typically in a couple of months.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 — proof, not a demo.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033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 are our best next step.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is optional — only to go faster: earlier hire, quicker CH → EU.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709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1510</Words>
  <Application>Microsoft Macintosh PowerPoint</Application>
  <PresentationFormat>Widescreen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2</cp:revision>
  <dcterms:created xsi:type="dcterms:W3CDTF">2026-08-29T15:52:50Z</dcterms:created>
  <dcterms:modified xsi:type="dcterms:W3CDTF">2026-08-29T16:04:56Z</dcterms:modified>
</cp:coreProperties>
</file>