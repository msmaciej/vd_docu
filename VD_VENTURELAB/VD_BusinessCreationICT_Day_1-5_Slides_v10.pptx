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 —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 —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 —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 —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 —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—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  </a:t>
            </a:r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 —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pPr indent="0" marL="0">
              <a:buNone/>
            </a:pP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 —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 —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 live on vortexdeep.ch — the low-pressure front door that collects real data on who fits this kind of automation.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— time, errors, lost leads —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algn="l"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 —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beachhead, and early capital to compress the timeline — earlier delivery hire, faster CH → EU.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stands on its own revenue; funding makes it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2026-08-29T17:06:11Z</dcterms:created>
  <dcterms:modified xsi:type="dcterms:W3CDTF">2026-08-29T17:06:11Z</dcterms:modified>
</cp:coreProperties>
</file>