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8862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5943600"/>
            <a:ext cx="10820095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AUGUST 2026  ·  ZÜRICH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AUGUST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task is easy once. The cost is that it never stops.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60604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1" name="Text 9"/>
          <p:cNvSpPr/>
          <p:nvPr/>
        </p:nvSpPr>
        <p:spPr>
          <a:xfrm>
            <a:off x="905256" y="275234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09928" y="277977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09928" y="316382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sorted and answered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2152" y="260604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6461608" y="275234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66280" y="277977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266280" y="316382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extracted, checked and filed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09928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709928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follow-ups and renewals chased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2152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3" name="Text 21"/>
          <p:cNvSpPr/>
          <p:nvPr/>
        </p:nvSpPr>
        <p:spPr>
          <a:xfrm>
            <a:off x="6461608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66280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66280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assembled and sent every week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isn't one task — it's the repetition.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AUGUST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 — with human control.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247802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09928" y="250545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709928" y="288950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message, a form, a document,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2152" y="233172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4" name="Text 12"/>
          <p:cNvSpPr/>
          <p:nvPr/>
        </p:nvSpPr>
        <p:spPr>
          <a:xfrm>
            <a:off x="6461608" y="247802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66280" y="250545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 → output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66280" y="288950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repetitive part of the work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0233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" y="4169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09928" y="4197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for your approval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709928" y="45811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sent, paid or filed on its own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42152" y="40233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2" name="Text 20"/>
          <p:cNvSpPr/>
          <p:nvPr/>
        </p:nvSpPr>
        <p:spPr>
          <a:xfrm>
            <a:off x="6461608" y="4169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66280" y="4197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decide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266280" y="45811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and sign-off stay yours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one task costing you the most hours, then add more.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 ·  HOW IT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AUGUST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repetitive tasks in — resolved work out.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absorbs the volume. What surfaces to you is only the decision.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3200400" cy="24688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2953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TASKS  ·  1 … 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6968" y="335584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33558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52728" y="3355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" y="372160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7216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52728" y="3721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6968" y="408736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40873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52728" y="4087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entry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6968" y="445312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" y="44531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52728" y="4453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due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6968" y="481888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" y="48188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52728" y="4818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report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20640" y="3291840"/>
            <a:ext cx="2377440" cy="14630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12064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human approval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37033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543800" y="3703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8869680" y="2788920"/>
            <a:ext cx="2606040" cy="24688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3" name="Text 31"/>
          <p:cNvSpPr/>
          <p:nvPr/>
        </p:nvSpPr>
        <p:spPr>
          <a:xfrm>
            <a:off x="9070848" y="29535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70848" y="3355848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decisions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you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70848" y="416052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cleared automatically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held for your sign-off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volume never reaches your desk — only the choices that need you.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AUGUST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defines our market, not the industry. Any SME with the same admin repeating every 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3362858" cy="56692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 ·  start here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6946" y="26974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14418" y="2697480"/>
            <a:ext cx="3362858" cy="56692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4" name="Text 12"/>
          <p:cNvSpPr/>
          <p:nvPr/>
        </p:nvSpPr>
        <p:spPr>
          <a:xfrm>
            <a:off x="4414418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 ·  expand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95565" y="26974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43037" y="2697480"/>
            <a:ext cx="3362858" cy="56692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7" name="Text 15"/>
          <p:cNvSpPr/>
          <p:nvPr/>
        </p:nvSpPr>
        <p:spPr>
          <a:xfrm>
            <a:off x="8143037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 ·  scale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49300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WORKFLOWS WE SERVE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76732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" y="391363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09928" y="394106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&amp; Customers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09928" y="432511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triage, replies, support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2152" y="376732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6461608" y="391363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66280" y="394106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Growth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66280" y="432511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quotes, follow-ups, renewals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86460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8" name="Text 26"/>
          <p:cNvSpPr/>
          <p:nvPr/>
        </p:nvSpPr>
        <p:spPr>
          <a:xfrm>
            <a:off x="905256" y="501091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709928" y="503834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Finance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709928" y="542239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extraction, checks, filing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42152" y="486460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2" name="Text 30"/>
          <p:cNvSpPr/>
          <p:nvPr/>
        </p:nvSpPr>
        <p:spPr>
          <a:xfrm>
            <a:off x="6461608" y="501091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266280" y="503834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Insight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266280" y="542239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and weekly updates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" y="594360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slice: teams who want AI's help but not its autonomy.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AUGUST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automation, with a person approving every step.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Alternatives: DIY tools, full-autonomy AI, hiring an ops person, or doing nothing. Our approach: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60604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1" name="Text 9"/>
          <p:cNvSpPr/>
          <p:nvPr/>
        </p:nvSpPr>
        <p:spPr>
          <a:xfrm>
            <a:off x="905256" y="275234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09928" y="277977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09928" y="316382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sent or done on its 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2152" y="260604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6461608" y="275234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66280" y="277977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266280" y="316382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you have to learn or maintain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09928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709928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2152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3" name="Text 21"/>
          <p:cNvSpPr/>
          <p:nvPr/>
        </p:nvSpPr>
        <p:spPr>
          <a:xfrm>
            <a:off x="6461608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66280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66280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repetitive work — not the person doing it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clients at a time, on a fixed agreed scope — while small and founder-led.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AUGUST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86968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6968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63976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3665144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65144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65144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5144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2152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0" name="Text 18"/>
          <p:cNvSpPr/>
          <p:nvPr/>
        </p:nvSpPr>
        <p:spPr>
          <a:xfrm>
            <a:off x="6443320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3320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3320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3320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20327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5" name="Text 23"/>
          <p:cNvSpPr/>
          <p:nvPr/>
        </p:nvSpPr>
        <p:spPr>
          <a:xfrm>
            <a:off x="9221495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21495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21495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21495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then expand within the account — each stage funds the next.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AUGUST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 — recurring by design.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revenue lines: a one-time setup that funds the build, plus a monthly managed service — the recurring base. Five packages, priced by complexity and control.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95539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4" name="Text 12"/>
          <p:cNvSpPr/>
          <p:nvPr/>
        </p:nvSpPr>
        <p:spPr>
          <a:xfrm>
            <a:off x="3041843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41843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05278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7" name="Text 15"/>
          <p:cNvSpPr/>
          <p:nvPr/>
        </p:nvSpPr>
        <p:spPr>
          <a:xfrm>
            <a:off x="5251582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1582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017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0" name="Text 18"/>
          <p:cNvSpPr/>
          <p:nvPr/>
        </p:nvSpPr>
        <p:spPr>
          <a:xfrm>
            <a:off x="7461321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61321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524756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3" name="Text 21"/>
          <p:cNvSpPr/>
          <p:nvPr/>
        </p:nvSpPr>
        <p:spPr>
          <a:xfrm>
            <a:off x="9671060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71060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36576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        Monthly  ~CHF 150 → 6'000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411480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(ARR) — INDICATIVE, BLENDED ~CHF 12–17K PER ACTIVE CLIENT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4434840"/>
            <a:ext cx="2485568" cy="9601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180512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63976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30"/>
          <p:cNvSpPr/>
          <p:nvPr/>
        </p:nvSpPr>
        <p:spPr>
          <a:xfrm>
            <a:off x="3463976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63976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80–140k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958688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42152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6" name="Text 34"/>
          <p:cNvSpPr/>
          <p:nvPr/>
        </p:nvSpPr>
        <p:spPr>
          <a:xfrm>
            <a:off x="6242152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42152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200–340k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8736863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20327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0" name="Text 38"/>
          <p:cNvSpPr/>
          <p:nvPr/>
        </p:nvSpPr>
        <p:spPr>
          <a:xfrm>
            <a:off x="9020327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20327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400–680k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685800" y="566928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licence, not a transfer — break-even at ~6–8 managed clients; bootstrap-first.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AUGUST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 while small, by design. Each role is added only when recurring revenue covers it — we hire from cashflow, not on speculation.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10820095" cy="8686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" y="29626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 — Founder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43400" y="2962656"/>
            <a:ext cx="6933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 &amp; engineering. Today spans all four work packages — build &amp; automation, delivery &amp; managed service, go-to-market, and the client relationship. Ops-native credibility: targets the real pain, not a demo.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85876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— ADDED AS THE CLIENT LOAD (AND REVENUE) GROWS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114800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" y="4261104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63040" y="4288536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63040" y="4562856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 — scale the build beyond founder capacity.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2152" y="4114800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0" name="Text 18"/>
          <p:cNvSpPr/>
          <p:nvPr/>
        </p:nvSpPr>
        <p:spPr>
          <a:xfrm>
            <a:off x="6461608" y="4261104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19392" y="4288536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019392" y="4562856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 — frees the founder from outreach. (WP1)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5102352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" y="5248656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463040" y="5276088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463040" y="5550408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42152" y="5102352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8" name="Text 26"/>
          <p:cNvSpPr/>
          <p:nvPr/>
        </p:nvSpPr>
        <p:spPr>
          <a:xfrm>
            <a:off x="6461608" y="5248656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019392" y="5276088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019392" y="5550408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59436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pPr algn="l" indent="0" marL="0">
              <a:buNone/>
            </a:pP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 — fractional, not headcount.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AUGUST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the advisors we'd bring in as we scale.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and lightweight while founder-led. A formal board comes with external funding (Day 5). Chosen for credibility, introductions and governance — not titles — protecting trust, data discipline and IP rather than taking decisions from the founder or the client.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803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" y="3026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09928" y="3054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709928" y="34381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 — validates we target real pain and opens doors.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2152" y="28803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6" name="Text 14"/>
          <p:cNvSpPr/>
          <p:nvPr/>
        </p:nvSpPr>
        <p:spPr>
          <a:xfrm>
            <a:off x="6461608" y="3026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66280" y="3054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266280" y="34381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4805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" y="46268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09928" y="46542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09928" y="50383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2152" y="44805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6461608" y="46268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66280" y="46542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66280" y="50383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 — matters more as licensing and any raise grow.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601675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 — a first design-partner client, to keep us honest to buyer reality.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2026-08-21T17:52:27Z</dcterms:created>
  <dcterms:modified xsi:type="dcterms:W3CDTF">2026-08-21T17:52:27Z</dcterms:modified>
</cp:coreProperties>
</file>