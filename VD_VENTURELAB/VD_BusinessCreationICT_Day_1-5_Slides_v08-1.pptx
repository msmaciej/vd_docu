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154680" y="3858768"/>
            <a:ext cx="1810512" cy="-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154680" y="4361688"/>
            <a:ext cx="1810512" cy="-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834640" y="3858768"/>
            <a:ext cx="640080" cy="-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834640" y="4361688"/>
            <a:ext cx="640080" cy="-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 — in parallel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 — your call.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 — a lighter tier could open them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 — AI's help, not its autonomy.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 — a person approves every step.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 — and our fifth.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— EACH WITH A CATCH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cheap, but you build and maintain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fast, but a black box you can't oversee.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headcount cost, and still manual.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cost quietly compounds every 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 — a few clients at a time, fixed scope.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lines: a one-time setup that funds the build, and a monthly managed service — the recurring base. Five packages, priced by complexity and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Monthly  ~CHF 150 → 6'000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— INDICATIVE, BLENDED ~CHF 8–15K PER ACTIVE CLIENT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pPr indent="0" marL="0">
              <a:buNone/>
            </a:pP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 — chosen for credibility, introductions and governance, not titles.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 — it's already running.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 — a build we can point to, not just a claim.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 live on vortexdeep.ch — the low-pressure front door that collects real data on who fits this kind of automation.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— time, errors, lost leads — against our fee. Payback typically in a couple of months.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 — proof, not a demo.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033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 are our best next step.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is optional — only to go faster: earlier hire, quicker CH → EU.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709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2026-08-29T15:52:50Z</dcterms:created>
  <dcterms:modified xsi:type="dcterms:W3CDTF">2026-08-29T15:52:50Z</dcterms:modified>
</cp:coreProperties>
</file>