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10817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easy once. The cost is that it never stops.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· 1…N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6517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657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154680" y="2852928"/>
            <a:ext cx="1810512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3154680" y="3355848"/>
            <a:ext cx="1810512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V="1">
            <a:off x="3154680" y="3401568"/>
            <a:ext cx="1810512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flipV="1">
            <a:off x="3154680" y="3401568"/>
            <a:ext cx="1810512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983480" y="2788920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83480" y="27889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one at a time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401568"/>
            <a:ext cx="123444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635240" y="3072384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35240" y="30723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resolved, one after another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1, then 2, then 3 …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71432" y="3730752"/>
            <a:ext cx="0" cy="429768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605272" y="4160520"/>
            <a:ext cx="3566160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5605272" y="4023360"/>
            <a:ext cx="0" cy="13716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triangle"/>
            <a:tailEnd type="none"/>
          </a:ln>
        </p:spPr>
      </p:sp>
      <p:sp>
        <p:nvSpPr>
          <p:cNvPr id="30" name="Text 28"/>
          <p:cNvSpPr txBox="1"/>
          <p:nvPr/>
        </p:nvSpPr>
        <p:spPr>
          <a:xfrm>
            <a:off x="56692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resolved, then the next task …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956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pair of hands. The queue only clears as fast as you do.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isn't any one task. It's that they never stop.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workflows, with a human in control.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· 1…N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15468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1546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657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605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834640" y="2852928"/>
            <a:ext cx="640080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2834640" y="3355848"/>
            <a:ext cx="640080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2834640" y="3401568"/>
            <a:ext cx="640080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V="1">
            <a:off x="2834640" y="3401568"/>
            <a:ext cx="640080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3474720" y="29260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74720" y="29260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work, in parallel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23560" y="3401568"/>
            <a:ext cx="41148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44768" y="2834640"/>
            <a:ext cx="1143000" cy="1143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44768" y="28346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point · human-in-the-loop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60920" y="3401568"/>
            <a:ext cx="50292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955280" y="3072384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55280" y="30723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1…N resolved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does the work in parallel. You approve each. Your call.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task costing you the most hours. Add from there.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defined by industry. By the admin that repeats every day.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799832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07238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 ·  SWISS BEACHHEAD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86968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SMEs with repetitive admin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micro firms; a lighter tier could open them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79976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81144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81144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firms, 10–49 employees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400–750M ARR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74152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75320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clients by 2029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0.25–0.6M ARR · under 0.1% of SAM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499262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SECO / Federal Statistical Office. Revenue indicative.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266944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(Total Addressable Market) — everyone who has the problem, if you could reach them all.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(Serviceable Addressable Market) — the slice you could actually serve with your model and focus.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(Serviceable Obtainable Market) — what you can realistically win in the near term (your beachhead).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slice is the cautious middle: AI's help, not its autonomy.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automation. A person approves every step.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handle the repetition, each with a catch, and our fifth.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67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OPTIONS  ·  EACH WITH A CATCH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651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tools: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cheap, but you build and maintain it.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4564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autonomy: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but a black box you can't oversee.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611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Hire: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 cost, and still manual.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065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nothing: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quietly compounds every day.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267712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FIFTH WAY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615184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36208" y="2761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784848" y="276148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3072384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sent or done on its own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3419856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36208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56616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3877056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to learn or maintain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4224528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36208" y="4370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784848" y="437083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4681728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5029200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36208" y="51755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75504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5486400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work, not the person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cautious middle: a few clients at a time, fixed scope.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85800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05256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05256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56432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75888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75888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75888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30752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27064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46520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01384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97696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17152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217152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217152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72016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expand within the account. Each stage funds the next.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choose. Recurring by design.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lines. A one-time setup funds the build; a monthly managed service is the recurring base. Five packages, priced by complexity and control.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2104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32104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43784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90088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90088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01768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48072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148072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59752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06056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06056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17736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464040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46404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511296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</a:t>
            </a:r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Monthly  ~CHF 150 → 6'000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95020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 (ARR)  ·  INDICATIVE, BLENDED ~CHF 8–15K PER ACTIVE CLIENT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206240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clients start lower; the blend rises as accounts expand.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4617720"/>
            <a:ext cx="2395728" cy="89611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3374136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374136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374136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~50–120k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6062472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062472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062472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~120–300k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8750808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750808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750808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~240–600k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3118104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5806440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8494776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license, not a transfer. Break-even at ~6–8 clients. Bootstrap-first.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is added only when revenue covers it. We hire from cashflow, not speculation.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67712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542032"/>
            <a:ext cx="10817352" cy="67665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86968" y="254203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542032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in industrial operations. Covers all four work packages today. Targets the real pain, not a demo.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41985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 ·  ADDED AS THE CLIENT LOAD (AND REVENUE) GROWS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86968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35608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delivery engineer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2027/28. Scales the build beyond founder capacity. (WP2)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08776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9944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58584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business development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958584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15–20. Frees the founder from outreach. (WP1)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86968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35608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/ operations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08776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9944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958584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 lead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958584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554126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pPr indent="0" marL="0">
              <a:buNone/>
            </a:pP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fiduciary. Fractional, not headcount.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yet. The advisors we'd bring in as we scale.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while founder-led. A formal board comes with funding. It's for credibility, introductions and governance, not titles.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9572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86968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35608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beachhead. Validates we target real pain and opens doors.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08776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9944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58584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86968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35608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435608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08776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9944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58584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sheets. Matters more as licensing and any raise grow.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seat: a first design-partner client, to keep us honest.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just a plan. It's already running.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Pre-revenue, but not pre-proof. Three things are live today.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05256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pilot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5256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unpaid email-handling automation with a Swiss SME. Our first real implementation and reference case, in progress. A build we can point to, not just a claim.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79976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99432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99432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9432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self-check, live on vortexdeep.ch. The low-pressure front door that collects real data on who fits.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74152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93608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93608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93608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93608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quantify a prospect's cost of doing nothing (time, errors, lost leads) against our fee. Payback typically in a couple of months.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Narrow, but real. Proof, not a demo.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That's exactly who we help.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to SMEs in the beachhead, and early capital to compress the timeline: earlier delivery hire, faster CH → EU.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stands on its own revenue; funding makes it faster.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8463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2026-08-29T17:23:06Z</dcterms:created>
  <dcterms:modified xsi:type="dcterms:W3CDTF">2026-08-29T17:23:06Z</dcterms:modified>
</cp:coreProperties>
</file>