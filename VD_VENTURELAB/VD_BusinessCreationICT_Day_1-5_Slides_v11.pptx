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resolved, one after another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hands.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work,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each.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firms;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catch,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 · 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lines. A one-time setup funds the build; a monthly managed service is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 · 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2027/28. Scales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15–20.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fiduciary.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yet.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funding. It's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beachhead.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sheets.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seat: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plan.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progress.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self-check, live on vortexdeep.ch. The low-pressure front door that collects real data on who fits.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(time, errors, lost leads)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real.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timeline: earlier delivery hire, faster CH → EU.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2026-08-29T17:23:06Z</dcterms:created>
  <dcterms:modified xsi:type="dcterms:W3CDTF">2026-08-29T17:23:06Z</dcterms:modified>
</cp:coreProperties>
</file>