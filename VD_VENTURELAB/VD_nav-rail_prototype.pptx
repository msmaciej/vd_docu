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896112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852928"/>
            <a:ext cx="160020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2926080" y="3310128"/>
            <a:ext cx="160020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2926080" y="3310128"/>
            <a:ext cx="160020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2926080" y="3310128"/>
            <a:ext cx="1600200" cy="105156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526280" y="2743200"/>
            <a:ext cx="1188720" cy="11887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06440" y="3337560"/>
            <a:ext cx="5486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3008376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30083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55280" y="3666744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617720" y="4096512"/>
            <a:ext cx="33375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617720" y="3959352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466344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37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65792" y="1536192"/>
            <a:ext cx="82296" cy="8229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48672" y="14447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9948672" y="19339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9948672" y="242316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948672" y="291236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34015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89077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9948672" y="437997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948672" y="48691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948672" y="53583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9253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896112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852928"/>
            <a:ext cx="160020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2926080" y="3310128"/>
            <a:ext cx="160020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2926080" y="3310128"/>
            <a:ext cx="160020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2926080" y="3310128"/>
            <a:ext cx="1600200" cy="105156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526280" y="2743200"/>
            <a:ext cx="1188720" cy="11887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06440" y="3337560"/>
            <a:ext cx="5486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3008376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30083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55280" y="3666744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617720" y="4096512"/>
            <a:ext cx="33375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617720" y="3959352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466344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37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10928" y="1024128"/>
            <a:ext cx="1975104" cy="48463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3" name="Shape 31"/>
          <p:cNvSpPr/>
          <p:nvPr/>
        </p:nvSpPr>
        <p:spPr>
          <a:xfrm>
            <a:off x="9765792" y="1536192"/>
            <a:ext cx="82296" cy="8229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48672" y="144475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9948672" y="19339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948672" y="242316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91236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4015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9948672" y="389077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948672" y="437997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948672" y="48691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9948672" y="53583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2026-08-29T16:14:44Z</dcterms:created>
  <dcterms:modified xsi:type="dcterms:W3CDTF">2026-08-29T16:14:44Z</dcterms:modified>
</cp:coreProperties>
</file>